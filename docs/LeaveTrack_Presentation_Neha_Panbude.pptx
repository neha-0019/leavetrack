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2011680"/>
          </a:xfrm>
          <a:prstGeom prst="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LEAVETRACK — ENTERPRISE WORKPLACE LEAVE MANAGEMENT SYSTEM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AI-Powered QA Automation, Software Engineering Assessment &amp; Production-Ready Web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017520"/>
            <a:ext cx="5212080" cy="329184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🎓 CANDIDATE PROFILE &amp; CREDENTIALS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Name: Panbude Neha Kiran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Registration No: RA2311003020060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Personal Email: nehapanbude1904@gmail.com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College Email: np80@srmist.edu.in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Institution: SRM Institute of Science &amp;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3017520"/>
            <a:ext cx="5212080" cy="329184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🌐 LIVE APPLICATION DEPLOYMENT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Live Web &amp; Mobile URL: https://leavetrack-10ut.onrender.com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GitHub Repository: https://github.com/Neha-0019/LeaveTrack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Responsiveness: Fully workable on Mobile Smartphones &amp; Desktop Web Browsers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Backend Architecture: Python 3.11 + Flask REST API + SQLite Storage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QA Status: 20/20 Pytest Integration Tests Passing (100% Green)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1: ARCHITECTURE &amp; ENGINEERING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Problem Statement &amp;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❌ THE BUSINESS PROBLEM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Manual spreadsheet leave tracking leads to overlap errors &amp; miscalculated balances.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Weekend days (Saturdays &amp; Sundays) are often wrongly deducted from employee balances.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Lack of role-based access control (RBAC) causes unauthorized request approvals.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No printable verification slips for HR documentation.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737360"/>
            <a:ext cx="5212080" cy="457200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⚡ THE SYSTEM ARCHITECTURE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Core Framework: Python 3.11 &amp; Flask RESTful API.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Database Layer: SQLite 3 with environment-configurable DATABASE_PATH for cloud persistence.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Frontend Engine: Modern Single-Page Application (SPA) built with Vanilla HTML5, CSS3, &amp; JS.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Cross-Device Support: Touch-optimized mobile navbar scrolling &amp; responsive calendar grids.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Security Protocol: Token-based authorization, role scoping, &amp; regex password enforcement.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2: BUSINESS LOGIC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Core Innovations &amp; Enterprise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Weekend Holiday Exclusions (Rule 13)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Automatically skips Saturdays &amp; Sundays from leave duration math. Friday to Monday deducts only 2 working days.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737360"/>
            <a:ext cx="5212080" cy="201168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Half-Day Leave Duration Math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Supports 0.5-unit leaves on start and end dates with exact balance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Role-Adaptive Manager KPIs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Employees view AVAILABLE BALANCE (20 days); Managers view TOTAL TEAM REQUESTS across departments.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4023360"/>
            <a:ext cx="5212080" cy="201168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Official Printable HR Slips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One-click printable leave verification slips with security tokens &amp; approval badges.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3: AI CHANGE-LOOP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AI Orchestration, Iteration &amp; Self-Correction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🤖 CLOSED-LOOP AI ENGINEERING EVIDENCE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Prompt Engineering &amp; Intent Parsing: Parsed ambiguous business requirements (weekend holiday math, role-adaptive KPIs) into formal technical specs.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Continuous Pytest Verification: Ran automated Pytest suite after every backend &amp; frontend code change to prevent regression bugs.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Self-Correction &amp; Bug Remediation: Identified failing edge-case assertions (e.g. boundary-touching overlaps), adjusted calculate_working_days(), &amp; re-verified.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Documented Change Log: All prompts, code modifications, test logs, and self-correction attempts documented in evidence/CHANGE_LOOP_LOG.md.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4: QUALITY ASSURANCE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Automated Pytest Suite &amp; Captured Run Outputs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✅ GREEN RUN VERIFICATION (100% PASS)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20/20 Pytest integration tests passing.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Tests business rules 1-13, RBAC, balance limits, &amp; weekend exclusions.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Captured log files: evidence/green_run_1.txt, evidence/green_run_2.txt.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Execution speed: ~1.0s runtime across entire suite.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737360"/>
            <a:ext cx="5212080" cy="457200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🚨 DELIBERATE RED RUN CAPTURE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✖ Deliberately injected failing test assertion to verify test suite rigor.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✖ Captured exact error output in evidence/red_run.txt.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✖ Demonstrates AI change-loop ability to detect failures &amp; revert to green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5: LIVE CREDENTIALS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Workable Live Demo &amp; Team Credentials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🔐 TEAM CREDENTIALS FOR RECRUITER EVALUATION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Manager Alice (MG001): Password: @bc123  |  Role: Manager (Human Resources)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 Bob (EMP002): Password: Pass@12  |  Role: Employee (Engineering)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 Charlie (EMP003): Password: Ash@226  |  Role: Employee (Product)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 Diana (EMP004): Password: Diya@23  |  Role: Employee (Marketing)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 Jony (EMP005): Password: Jony#00  |  Role: Employee (Sales)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 Asha (EMP006): Password: xyz!0    |  Role: Employee (Engineering)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6: CONCLUSION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Assessment Completion &amp; Final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141720"/>
          </a:solidFill>
          <a:ln>
            <a:solidFill>
              <a:srgbClr val="212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🎯 ASSESSMENT SUMMARY &amp; DELIVERABLE STATUS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Deliverable 1: Source Code Repo &amp; Live Deployment (100% Complete)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Deliverable 2: QA Test Suite (20/20 Green) + Deliberate Red Run (100% Complete)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Deliverable 3: AI Change-Loop Evidence Log (100% Complete)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Deliverable 4: Architecture, Design &amp; User Guide Documentation (100% Complete)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Deliverable 5: Presentation Deck (.pptx &amp; .html) (100% Complete)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Candidate: Panbude Neha Kiran | Reg No: RA2311003020060 | SRMIST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