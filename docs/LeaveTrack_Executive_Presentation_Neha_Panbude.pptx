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2103120"/>
          </a:xfrm>
          <a:prstGeom prst="roundRect">
            <a:avLst/>
          </a:prstGeom>
          <a:solidFill>
            <a:srgbClr val="121826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LEAVETRACK — ENTERPRISE WORKPLACE LEAVE MANAGEMENT SYSTEM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AI-Powered QA Automation, Full-Stack Architecture &amp; Engineering Assessment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Tactive Software Solutions Assessment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5212080" cy="3474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🎓 CANDIDATE PROFILE &amp; CREDENTIALS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Name: Panbude Neha Kiran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Registration No: RA2311003020060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Personal Email: nehapanbude1904@gmail.com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College Email: np80@srmist.edu.in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Institution: SRM Institute of Science &amp; Technology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2834640"/>
            <a:ext cx="5212080" cy="347472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🌐 LIVE PRODUCTION DEPLOYMENT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Live Application URL: https://leavetrack-10ut.onrender.com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GitHub Repository: https://github.com/Neha-0019/LeaveTrack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Cross-Device Performance: Fully workable on Mobile Smartphones &amp; Desktop Web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Architecture &amp; DB: Python 3.11 + Flask REST API + Persistent SQLite DB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QA Status: 20/20 Pytest Automated Tests Passing (100% Green)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73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Engineering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❌ LEGACY BUSINESS CHALLENGES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Manual leave spreadsheets result in overlapping absence schedules.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Weekend days (Saturdays &amp; Sundays) are incorrectly deducted from balances.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Lack of Role-Based Access Control (RBAC) causes unverified approvals.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 official printable HR leave verification slips for audit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554480"/>
            <a:ext cx="521208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⚡ THE LEAVETRACK SOLUTION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Automated Weekend Exclusion Algorithm: 0 days deducted on Saturdays &amp; Sundays.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Role-Adaptive Dashboards: Employee balance view vs. Manager team queue.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Token-Based Authentication: 16-byte secure tokens with password complexity regex.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One-Click Printable HR Slips: Complete with verification barcodes &amp; stamps.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73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Technology Rationale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Backend REST API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Python 3.11 &amp; Flask 3.0 REST API serving lightweight JSON endpoints with robust error handling.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554480"/>
            <a:ext cx="52120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Database &amp; Storage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SQLite 3 configured with environment-based DATABASE_PATH for permanent cloud persistence on Render.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Frontend Engine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Single-Page Application (SPA) built with Vanilla HTML5, CSS3, &amp; Modern JS for instant page switches.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4114800"/>
            <a:ext cx="52120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Mobile Responsiveness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Touch-optimized horizontal navbar scrolling, mobile-first card stacks, &amp; adaptive datepicker filters.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73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BUSINESS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Advanced Business Rules &amp;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Rule 13: Weekend Holiday Exclusions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Saturdays and Sundays are automatically excluded from leave calculations (e.g. Friday to Monday deducts only 2 working days).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554480"/>
            <a:ext cx="52120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Half-Day Leave Math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Supports 0.5-unit leaves on start and end dates with exact balance deduction math.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Role-Adaptive Manager KPIs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Employees view AVAILABLE BALANCE (20 days); Managers view TOTAL TEAM REQUESTS across departments.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4114800"/>
            <a:ext cx="5212080" cy="2286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Official Printable HR Slips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One-click printable leave verification slips with security tokens &amp; manager approval badges.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73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AI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Closed-Loop AI Engineering &amp; Self-Correction 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🤖 AI ENGINEERING ITERATION EVIDENCE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Prompt Intent Parsing: Transformed ambiguous user requirements (weekend exclusion rules, role-adaptive KPIs) into precise technical code changes.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Automated Pytest Verification Loop: Executed Pytest integration tests after every backend &amp; frontend code modification to ensure 0 regression bugs.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Self-Correction &amp; Bug Remediation: Identified failing edge-case assertions (e.g. boundary-touching overlaps), refined calculate_working_days(), &amp; re-verified to 100% green.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Evidence Log Artifact: All prompts, code modifications, test logs, and self-correction attempts documented in evidence/CHANGE_LOOP_LOG.md.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73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Automated Pytest Suite &amp; Captured Run Logs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✅ GREEN RUN VERIFICATION (100% PASS)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20/20 Pytest integration tests passing.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Covers business rules 1-13, RBAC, balance limits, &amp; weekend exclusions.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Captured log files: evidence/green_run_1.txt, evidence/green_run_2.txt.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✔ Execution speed: ~1.0s runtime across entire suite.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8095" y="1554480"/>
            <a:ext cx="5212080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🚨 DELIBERATE RED RUN CAPTURE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✖ Deliberately injected failing test assertion to verify test suite rigor.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✖ Captured exact error output in evidence/red_run.txt.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✖ Demonstrates AI change-loop ability to detect failures &amp; revert to green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73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Workable Live Demo Credentials &amp; Accounts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🔐 TEAM MEMBER CREDENTIALS FOR RECRUITER EVALUATION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Manager Alice (MG001): Password: @bc123   |  Role: Manager (Human Resources)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Bob (EMP002): Password: Pass@12   |  Role: Employee (Engineering)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Charlie (EMP003): Password: Ash@226   |  Role: Employee (Product)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Diana (EMP004): Password: Diya@23   |  Role: Employee (Marketing)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Jony (EMP005): Password: Jony#00   |  Role: Employee (Sales)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Employee Asha (EMP006): Password: xyz!0     |  Role: Employee (Engineering)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1E2738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FINAL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Assessment Completion &amp; Internship Readiness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7548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212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82880" r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🎯 DELIVERABLE STATUS (ALL 6 DELIVERABLES COMPLETED)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1: Source Code Repo &amp; Live Deployment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2: QA Test Suite (20/20 Green) + Deliberate Red Run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3: AI Change-Loop Evidence Log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4: Architecture, Design &amp; User Guide Documentation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Deliverable 5: Presentation Deck (.pptx &amp; .html) (100% Complete)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✔ Candidate: Panbude Neha Kiran | Reg No: RA2311003020060 | SRMIST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